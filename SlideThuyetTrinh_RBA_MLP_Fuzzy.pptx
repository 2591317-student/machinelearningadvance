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MASTER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B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A30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03120"/>
            <a:ext cx="6400800" cy="64008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4023360"/>
            <a:ext cx="3840480" cy="38404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CUỐI KỲ  •  HỌC MÁY NÂNG CAO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đăng nhập rủi ro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MLP kết hợp Fuzzy Logic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Authentication (RBA)  —  Mamdani Fuzzy Inference System + Multi-Layer Perceptron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5349240"/>
            <a:ext cx="2926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 và tên: ..............................       MSSV: ..............................       Lớp: ..............................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phần chính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17627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3911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RBA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49631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cần chấm điểm rủi ro đăng nhập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217627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7627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52360" y="203911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hệ thống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52360" y="249631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lai MLP + Mamdani Fuzzy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86791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867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73075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Mamdani Fuzzy Logic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18795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bước suy diễn mờ, minh hoạ số cụ thể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5661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386791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867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52360" y="373075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Mạng MLP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52360" y="418795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loss, huấn luyện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555955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5595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thực nghiệm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37360" y="587959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AUROC, AUPRC, Precision/Recall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63640" y="525780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555955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55595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5236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&amp; Kết luận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452360" y="587959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khi phân tích lại mã nguồn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Risk-Based Authentication là gì?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vì chỉ kiểm tra “đúng mật khẩu là cho vào”, hệ thống chấm một điểm rủi ro cho mỗi lượt đăng nhập dựa trên nhiều tín hiệu ngữ cảnh: vị trí, thiết bị, nhà mạng, thời điểm, và lịch sử hành vi của chính người dùng đó.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đồ án: dự đoán xác suất một lượt đăng nhập đến từ IP tấn công, trên 500.000 dòng dữ liệu log thật.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82880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132747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82880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Đăng nhập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41080" y="29352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747"/>
                </a:solidFill>
              </a:rPr>
              <a:t>▼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09360" y="356616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356616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41080" y="467258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747"/>
                </a:solidFill>
              </a:rPr>
              <a:t>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530352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D03B3B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530352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toàn → cho qua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 → xác thực thêm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500.000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đăng nhập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25196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tấn công (Is Attack IP)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95528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đặc trưng thô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“Login Data Set for Risk-Based Authentication” (Wiefling, Lo Iacono, Dürmuth) — dữ liệu log đăng nhập thật đã ẩn danh hoá.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251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51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Timestamp, User ID, Round-Trip Time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43251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088" y="4251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Country, Region, City, ASN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0109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937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Type, Browser, OS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26480" y="50109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4937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Successful, Is Attack IP, Is Account Takeover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chọn nhãn “Is Attack IP”?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1E0D9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Không dùng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Account Takeover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~4 mẫu dương / 500.000 dòng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quá ít để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1E0D9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4340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Không dùng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Successful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ánh lỗi kỹ thuật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hơn là rủi ro bảo mật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3816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ĐÃ CHỌN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Attack IP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~3% dương — đủ dữ liệu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đúng bản chất bài toán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KIẾN TRÚC HỆ THỐNG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lai: MLP + Mamdani Fuzzy</a:t>
            </a:r>
            <a:endParaRPr lang="en-US" sz="3200" dirty="0"/>
          </a:p>
        </p:txBody>
      </p:sp>
      <p:pic>
        <p:nvPicPr>
          <p:cNvPr id="4" name="Image 0" descr="D:/06.BT/MachineLearningAdvance/CuoiKy/BaoCao_Assets/hinh1_kien_truc_tong_t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9816" y="1600200"/>
            <a:ext cx="680932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KIẾN TRÚC HỆ THỐNG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Trích xuất đặc trưng (Feature Engineering)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trưng “lịch sử người dùng” chỉ dùng thông tin TRƯỚC ĐÓ (shift theo thời gian) — tránh Data Leakage.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Thời gian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hour_of_day, day_of_week, is_weekend, is_odd_hour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29768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9884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📶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6636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Mạng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9884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rtt_filled, rtt_missing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4788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7" name="Text 15"/>
          <p:cNvSpPr/>
          <p:nvPr/>
        </p:nvSpPr>
        <p:spPr>
          <a:xfrm>
            <a:off x="824788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1540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hiếm toàn cục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4788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country_rarity, asn_rarity = 1 − tần suất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49884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498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17320" y="451713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user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980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time_since_last_login_h, is_new_country/city/asn/device, user_success_rate_so_far, num_changes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98848" y="449884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7" name="Text 25"/>
          <p:cNvSpPr/>
          <p:nvPr/>
        </p:nvSpPr>
        <p:spPr>
          <a:xfrm>
            <a:off x="4498848" y="4498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166360" y="451713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bị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49884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 (one-hot encoding)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bước suy diễn mờ (Mamdani FIS)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612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467612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Fuzzification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biến → Low/Medium/High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(hàm tam giác, ngưỡng percentile train)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154680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10712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29684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329684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7872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Evaluation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93592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luật IF-THEN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= min, OR = max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016752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72784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91756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91756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9944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Aggregation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55664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3 tập mờ đầu ra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toán tử max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878824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34856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3828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3828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272016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Defuzzification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17736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→ 1 điểm rủi ro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 nhất trong [0,1]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thành viên thực tế (fit trên 500.000 dòng Train)</a:t>
            </a:r>
            <a:endParaRPr lang="en-US" sz="3200" dirty="0"/>
          </a:p>
        </p:txBody>
      </p:sp>
      <p:pic>
        <p:nvPicPr>
          <p:cNvPr id="4" name="Image 0" descr="D:/06.BT/MachineLearningAdvance/CuoiKy/BaoCao_Assets/hinh2_membership_fun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226" y="1645920"/>
            <a:ext cx="90805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luật IF-THEN (tri thức chuyên gia)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663440"/>
        </p:xfrm>
        <a:graphic>
          <a:graphicData uri="http://schemas.openxmlformats.org/drawingml/2006/table">
            <a:tbl>
              <a:tblPr/>
              <a:tblGrid>
                <a:gridCol w="914400"/>
                <a:gridCol w="8138160"/>
                <a:gridCol w="2011680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Luật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Điều kiện (IF)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Kết luận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new_country AND new_asn AND gap_high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success_rate_low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num_changes_high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asn_rarity_high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new_country AND NOT new_asn AND changes_low AND success_high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gap_low AND country_rarity_low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changes_med OR gap_med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8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success_med AND (NOT new_country OR NOT new_asn)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8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hoạ trên 1 mẫu cụ thể</a:t>
            </a:r>
            <a:endParaRPr lang="en-US" sz="3200" dirty="0"/>
          </a:p>
        </p:txBody>
      </p:sp>
      <p:pic>
        <p:nvPicPr>
          <p:cNvPr id="4" name="Image 0" descr="D:/06.BT/MachineLearningAdvance/CuoiKy/BaoCao_Assets/hinh3_vidu_mamdani_4bu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337963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15203" y="2560320"/>
            <a:ext cx="4525109" cy="1828800"/>
          </a:xfrm>
          <a:prstGeom prst="roundRect">
            <a:avLst>
              <a:gd name="adj" fmla="val 6000"/>
            </a:avLst>
          </a:prstGeom>
          <a:solidFill>
            <a:srgbClr val="D03B3B"/>
          </a:solidFill>
          <a:ln/>
        </p:spPr>
      </p:sp>
      <p:sp>
        <p:nvSpPr>
          <p:cNvPr id="6" name="Text 3"/>
          <p:cNvSpPr/>
          <p:nvPr/>
        </p:nvSpPr>
        <p:spPr>
          <a:xfrm>
            <a:off x="7115203" y="2743200"/>
            <a:ext cx="45251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0.839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115203" y="3520440"/>
            <a:ext cx="452510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risk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RỦI RO CAO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MẠNG MLP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mạng MLP Classifier</a:t>
            </a:r>
            <a:endParaRPr lang="en-US" sz="3200" dirty="0"/>
          </a:p>
        </p:txBody>
      </p:sp>
      <p:pic>
        <p:nvPicPr>
          <p:cNvPr id="4" name="Image 0" descr="D:/06.BT/MachineLearningAdvance/CuoiKy/BaoCao_Assets/hinh4_kien_truc_m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707" y="1737360"/>
            <a:ext cx="8727539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MẠNG MLP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Chiến lược huấn luyện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9384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9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856232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mất cân bằng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80560" y="1856232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BCEWithLogitsLoss với pos_weight = n_âm / n_dương (chỉ ~3% mẫu dương)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9864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98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825496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825496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(learning rate = 1e-3, weight decay = 1e-5)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6791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679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3794760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3794760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— giảm nửa LR nếu Val AUPRC không cải thiện sau 2 epoch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69087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83717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371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⏹️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00200" y="4764024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stopping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4764024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Dừng nếu Val AUPRC không cải thiện sau 5 epoch (tối đa 30 epoch)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6013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80644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806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✂️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00200" y="5733288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dữ liệu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80560" y="5733288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Train / 15% Validation / 15% Test, stratified theo nhãn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QUẢ THỰC NGHIỆM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trên tập Test (75.000 dòng)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87.7%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50592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21.9%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450592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AUPRC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2544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2544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352544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254496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6448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84.5%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156448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058400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19.7%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058400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2519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cao (84.5%) — bắt được phần lớn tấn công thật.  Precision thấp (11.2%) — hệ quả của dữ liệu mất cân bằng (~3% dương) ở ngưỡng mặc định 0.5. Đổi ngưỡng theo F1 (0.829): Precision → 27.8%, F1 → 0.327.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QUẢ THỰC NGHIỆM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Đường cong huấn luyện &amp; ROC / Precision-Recall</a:t>
            </a:r>
            <a:endParaRPr lang="en-US" sz="3200" dirty="0"/>
          </a:p>
        </p:txBody>
      </p:sp>
      <p:pic>
        <p:nvPicPr>
          <p:cNvPr id="4" name="Image 0" descr="D:/06.BT/MachineLearningAdvance/CuoiKy/rba_local_project/output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5394960" cy="1867486"/>
          </a:xfrm>
          <a:prstGeom prst="rect">
            <a:avLst/>
          </a:prstGeom>
        </p:spPr>
      </p:pic>
      <p:pic>
        <p:nvPicPr>
          <p:cNvPr id="5" name="Image 1" descr="D:/06.BT/MachineLearningAdvance/CuoiKy/rba_local_project/outputs/roc_pr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394960" cy="207498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4343400"/>
            <a:ext cx="112014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77240" y="45445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XÉT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777240" y="49377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giảm ổn định, Val AUPRC/AUROC hội tụ trước epoch 30 (early stopping kích hoạt) → mô hình không overfitting. AUC-ROC = 0.877 cho thấy khả năng phân biệt tốt; đường Precision-Recall thấp hơn nhiều so với ROC — đúng đặc trưng của bài toán có tỷ lệ dương chỉ ~3%, nơi AUPRC phản ánh độ khó thực tế rõ hơn AUROC.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6 · HẠN CHẾ &amp; 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&amp;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9050">
            <a:solidFill>
              <a:srgbClr val="0CA3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CA3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ĐÃ PHÁT HIỆN &amp; KHẮC PHỤC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463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xmin/xmax trong fuzzy_mamdani.py từng tính lại theo từng batch — méo kết quả khi suy luận trên 1 dòng đơn lẻ (real-time).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sửa: lưu xmin/xmax toàn cục từ fit(), dùng cố định trong transform().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Huấn luyện lại — kiểm chứng bằng demo: kịch bản rủi ro cao/thấp cho xác suất 76.9% / 26.3%, tách biệt rõ ràng.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11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⚠  HẠN CHẾ CÒN LẠI &amp; HƯỚNG PHÁT TRIỂN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37960" y="2788920"/>
            <a:ext cx="484632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thấp (11.2%) ở ngưỡng 0.5. Đổi ngưỡng F1 (0.829) → Precision 27.8%, nhưng Recall giảm còn 39.8% — vẫn cần đánh đổi theo mục tiêu thực tế.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luật fuzzy thiết kế thủ công, chưa học tự động từ dữ liệu.</a:t>
            </a:r>
            <a:endParaRPr lang="en-US" sz="125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tới: thử Focal Loss, chọn ngưỡng theo chi phí thực tế, hoặc dùng ANFIS để tự học tham số hàm thành viên.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hệ thống lai — nơi tri thức chuyên gia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học sâu bổ trợ lẫn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Mamdani Fuzzy Inference System mã hoá tri thức chuyên gia (8 luật IF-THEN) thành đặc trưng bổ sung; MLP học phần còn lại từ dữ liệu thô. Trên 500.000 lượt đăng nhập thật, mô hình đạt AUROC 0.877 và Recall 84.5% — phát hiện được phần lớn tấn công, với đánh đổi báo động giả có thể điều chỉnh qua ngưỡng quyết định.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03120"/>
            <a:ext cx="6400800" cy="64008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ƠN THẦY/CÔ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&amp; thảo luận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2026-07-20T04:16:03Z</dcterms:created>
  <dcterms:modified xsi:type="dcterms:W3CDTF">2026-07-20T04:16:03Z</dcterms:modified>
</cp:coreProperties>
</file>